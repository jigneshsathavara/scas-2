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SECTION 4: SYSTEM DESIGN &amp; UML MODELING</a:t>
            </a:r>
          </a:p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Smart College Analytics System (SCAS) - Complete Architectural &amp; UML Diagrams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Gantt Chart | E-R Diagram | Use Case | Activity | Sequence | Collaboration | Class | 3-Tier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timelin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activ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collabo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system_architecture_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